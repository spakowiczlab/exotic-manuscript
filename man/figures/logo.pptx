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10" d="100"/>
          <a:sy n="11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43AC-EC2C-EECF-C67F-B97B18FF2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F3901-96F6-F30E-2724-F78A1CB2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2C2EE-5D97-992D-9D71-E5FF0ADD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A3248-E538-BC2A-8DA1-BE854B68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2A71-3AD9-3570-E379-66E65251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1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4917-631C-5A87-449A-F2AA3C87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64148-4E14-F0FA-BEAA-552A85B0A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92ED6-2CE8-EAB8-0066-5C7683D6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407D3-4099-6277-7DB1-690D368D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23786-8564-50E5-1A90-16000359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0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4EF3-0E21-1C7B-A0C4-373A97C5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B1442-2506-EF1C-378F-695E0BB7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519CD-230F-82AF-27AF-C631C8459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BBEF8-BFB9-C31B-F001-3B702557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D1EF8-916B-7A3C-8F04-0C0BEF65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5EC8-B1C3-B4D7-D742-A30A41AE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CF0F-3031-C85B-84C2-54B83CA1F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A9B02-6567-2413-D6AD-FD304A267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DFDB-5F71-1C30-3822-A4704BBE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15034-42D2-2D87-7CBF-C1EAE498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DBB64-7744-8214-4D86-11FE8B99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3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4E10-AD2C-0657-84CD-5EDA83D2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7C731-E366-A068-6E89-64D021FC3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44A47-4D68-9F25-210D-69D740DC4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0E124-01E7-0DDD-1130-148E8021B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F716C-1F8F-B5D0-DE65-853DE3C76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DF52D-B6D6-9BDB-EBD1-A8FBCC06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9AC37-8BDA-3FBB-4EDA-28593552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30795-DA20-0C8C-E458-55385139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3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4AC7-3DC4-BC22-2476-07D63138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BFF97-37BB-35D7-F94A-B59A9E39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73D2-79FE-3C1F-2495-F1B8CCF6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55A82-31B8-8ABB-5D0D-D5E92018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3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8F8DA-6CA4-DB0A-4EDF-624D1BBA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CBD06-B885-2CC8-258F-AE5C695F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69694-12EC-AC07-7749-CBA50137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8F96-8B4B-4A90-95B5-754C1ADC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C289-40B5-5636-0345-87F75C4D4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D8C8F-99D4-2BC4-3606-6009EBD23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C2889-7928-21E9-D9A4-83A28A58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3D99E-CF1E-C17E-6116-F89ADAEA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83245-F052-A003-2229-2261A106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4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57FE-599B-D398-2001-9D779080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D4806-3D32-6E15-9FF8-B52C520AF8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85ACC-B460-DFA3-0E03-79B89E40B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AEAA-7FD8-0767-CBFD-9B4BF68A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430E8-8FBC-9112-AC69-937CCC0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BA18E-927A-32C7-0CE9-52E078F2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F224-1E7B-CC27-B368-8BF25F32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8FFD2-62A3-3AD4-4F81-0C3B2B2DC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93158-9762-28B0-5B55-B358D44B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76DCB-1B86-2A60-C5F3-7DD2ED20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D4AF9-7B1C-B8B8-DD65-561E9C9B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F02F4-D480-A360-6273-2449944CB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39152-3D9D-1AD0-1241-7DA0686D7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72898-2C7B-0ECF-CB78-B0151B90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B391-9EDF-74F1-E552-FB8385B3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ED7F-A67C-59FA-36A4-CBEA1E0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6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D5025-54A5-FC56-00E3-BFAE8CB2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8A2AC-8426-A28F-080A-324C9236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E64B2-0AB0-C060-CCCA-CDBE27D24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18A8B-A1A1-2442-A1C1-C4F7FBADE38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AFA1C-4CD8-D692-8F20-5C89BE166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39BE7-5B9E-A84A-22E7-96A1DF5DD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E569D-B92C-2C40-B0E9-A3343280B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>
            <a:extLst>
              <a:ext uri="{FF2B5EF4-FFF2-40B4-BE49-F238E27FC236}">
                <a16:creationId xmlns:a16="http://schemas.microsoft.com/office/drawing/2014/main" id="{6FF7C03C-ABA2-9E1A-8909-3AA315D23F6F}"/>
              </a:ext>
            </a:extLst>
          </p:cNvPr>
          <p:cNvGrpSpPr/>
          <p:nvPr/>
        </p:nvGrpSpPr>
        <p:grpSpPr>
          <a:xfrm>
            <a:off x="3713058" y="0"/>
            <a:ext cx="4765883" cy="5514975"/>
            <a:chOff x="3660738" y="733425"/>
            <a:chExt cx="4765883" cy="5514975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4BCAE5-0571-52C1-C3D3-50EF548D9682}"/>
                </a:ext>
              </a:extLst>
            </p:cNvPr>
            <p:cNvSpPr/>
            <p:nvPr/>
          </p:nvSpPr>
          <p:spPr>
            <a:xfrm>
              <a:off x="3660738" y="733425"/>
              <a:ext cx="4765883" cy="5514975"/>
            </a:xfrm>
            <a:custGeom>
              <a:avLst/>
              <a:gdLst>
                <a:gd name="csX0" fmla="*/ 2359160 w 4765883"/>
                <a:gd name="csY0" fmla="*/ 0 h 5514975"/>
                <a:gd name="csX1" fmla="*/ 4765884 w 4765883"/>
                <a:gd name="csY1" fmla="*/ 1371600 h 5514975"/>
                <a:gd name="csX2" fmla="*/ 4765884 w 4765883"/>
                <a:gd name="csY2" fmla="*/ 4143375 h 5514975"/>
                <a:gd name="csX3" fmla="*/ 2359160 w 4765883"/>
                <a:gd name="csY3" fmla="*/ 5514975 h 5514975"/>
                <a:gd name="csX4" fmla="*/ 0 w 4765883"/>
                <a:gd name="csY4" fmla="*/ 4143375 h 5514975"/>
                <a:gd name="csX5" fmla="*/ 0 w 4765883"/>
                <a:gd name="csY5" fmla="*/ 1371600 h 55149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765883" h="5514975">
                  <a:moveTo>
                    <a:pt x="2359160" y="0"/>
                  </a:moveTo>
                  <a:lnTo>
                    <a:pt x="4765884" y="1371600"/>
                  </a:lnTo>
                  <a:lnTo>
                    <a:pt x="4765884" y="4143375"/>
                  </a:lnTo>
                  <a:lnTo>
                    <a:pt x="2359160" y="5514975"/>
                  </a:lnTo>
                  <a:lnTo>
                    <a:pt x="0" y="4143375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C85058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6F5C3C8-EDAC-266C-8F9D-3F29FC684D0A}"/>
                </a:ext>
              </a:extLst>
            </p:cNvPr>
            <p:cNvSpPr/>
            <p:nvPr/>
          </p:nvSpPr>
          <p:spPr>
            <a:xfrm>
              <a:off x="3765378" y="854392"/>
              <a:ext cx="4556603" cy="5273039"/>
            </a:xfrm>
            <a:custGeom>
              <a:avLst/>
              <a:gdLst>
                <a:gd name="csX0" fmla="*/ 2255471 w 4556603"/>
                <a:gd name="csY0" fmla="*/ 0 h 5273039"/>
                <a:gd name="csX1" fmla="*/ 4556603 w 4556603"/>
                <a:gd name="csY1" fmla="*/ 1311592 h 5273039"/>
                <a:gd name="csX2" fmla="*/ 4556603 w 4556603"/>
                <a:gd name="csY2" fmla="*/ 3961448 h 5273039"/>
                <a:gd name="csX3" fmla="*/ 2255471 w 4556603"/>
                <a:gd name="csY3" fmla="*/ 5273040 h 5273039"/>
                <a:gd name="csX4" fmla="*/ 0 w 4556603"/>
                <a:gd name="csY4" fmla="*/ 3961448 h 5273039"/>
                <a:gd name="csX5" fmla="*/ 0 w 4556603"/>
                <a:gd name="csY5" fmla="*/ 1311592 h 527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556603" h="5273039">
                  <a:moveTo>
                    <a:pt x="2255471" y="0"/>
                  </a:moveTo>
                  <a:lnTo>
                    <a:pt x="4556603" y="1311592"/>
                  </a:lnTo>
                  <a:lnTo>
                    <a:pt x="4556603" y="3961448"/>
                  </a:lnTo>
                  <a:lnTo>
                    <a:pt x="2255471" y="5273040"/>
                  </a:lnTo>
                  <a:lnTo>
                    <a:pt x="0" y="3961448"/>
                  </a:lnTo>
                  <a:lnTo>
                    <a:pt x="0" y="1311592"/>
                  </a:lnTo>
                  <a:close/>
                </a:path>
              </a:pathLst>
            </a:custGeom>
            <a:solidFill>
              <a:srgbClr val="488038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BF49A679-7F7D-4354-27D5-2CBB65AA3CF8}"/>
              </a:ext>
            </a:extLst>
          </p:cNvPr>
          <p:cNvGrpSpPr/>
          <p:nvPr/>
        </p:nvGrpSpPr>
        <p:grpSpPr>
          <a:xfrm>
            <a:off x="4483590" y="1552575"/>
            <a:ext cx="665891" cy="1295400"/>
            <a:chOff x="4431270" y="2286000"/>
            <a:chExt cx="665891" cy="1295400"/>
          </a:xfrm>
          <a:solidFill>
            <a:srgbClr val="F4E6D4"/>
          </a:solidFill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174C04D-58E5-0DD4-80C8-78B0DD9BE71C}"/>
                </a:ext>
              </a:extLst>
            </p:cNvPr>
            <p:cNvSpPr/>
            <p:nvPr/>
          </p:nvSpPr>
          <p:spPr>
            <a:xfrm>
              <a:off x="4431270" y="2286000"/>
              <a:ext cx="665891" cy="190500"/>
            </a:xfrm>
            <a:prstGeom prst="roundRect">
              <a:avLst>
                <a:gd name="adj" fmla="val 49935"/>
              </a:avLst>
            </a:prstGeom>
            <a:solidFill>
              <a:srgbClr val="F4E6D4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2A6AC88-9EAD-82BD-211F-7B4C21E6A094}"/>
                </a:ext>
              </a:extLst>
            </p:cNvPr>
            <p:cNvSpPr/>
            <p:nvPr/>
          </p:nvSpPr>
          <p:spPr>
            <a:xfrm>
              <a:off x="4431270" y="2838450"/>
              <a:ext cx="665891" cy="190500"/>
            </a:xfrm>
            <a:prstGeom prst="roundRect">
              <a:avLst>
                <a:gd name="adj" fmla="val 49935"/>
              </a:avLst>
            </a:prstGeom>
            <a:solidFill>
              <a:srgbClr val="F4E6D4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0AE74B9-0B24-E545-04B4-0ED9390349FB}"/>
                </a:ext>
              </a:extLst>
            </p:cNvPr>
            <p:cNvSpPr/>
            <p:nvPr/>
          </p:nvSpPr>
          <p:spPr>
            <a:xfrm>
              <a:off x="4431270" y="3390900"/>
              <a:ext cx="665891" cy="190500"/>
            </a:xfrm>
            <a:prstGeom prst="roundRect">
              <a:avLst>
                <a:gd name="adj" fmla="val 49935"/>
              </a:avLst>
            </a:prstGeom>
            <a:solidFill>
              <a:srgbClr val="F4E6D4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BB29933-A0E9-9422-7DE7-AF5A7907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915" y="559487"/>
            <a:ext cx="1281870" cy="1424569"/>
          </a:xfrm>
          <a:custGeom>
            <a:avLst/>
            <a:gdLst>
              <a:gd name="csX0" fmla="*/ 0 w 865659"/>
              <a:gd name="csY0" fmla="*/ 0 h 962025"/>
              <a:gd name="csX1" fmla="*/ 865659 w 865659"/>
              <a:gd name="csY1" fmla="*/ 0 h 962025"/>
              <a:gd name="csX2" fmla="*/ 865659 w 865659"/>
              <a:gd name="csY2" fmla="*/ 962025 h 962025"/>
              <a:gd name="csX3" fmla="*/ 0 w 865659"/>
              <a:gd name="csY3" fmla="*/ 962025 h 962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65659" h="962025">
                <a:moveTo>
                  <a:pt x="0" y="0"/>
                </a:moveTo>
                <a:lnTo>
                  <a:pt x="865659" y="0"/>
                </a:lnTo>
                <a:lnTo>
                  <a:pt x="865659" y="962025"/>
                </a:lnTo>
                <a:lnTo>
                  <a:pt x="0" y="962025"/>
                </a:lnTo>
                <a:close/>
              </a:path>
            </a:pathLst>
          </a:custGeom>
        </p:spPr>
      </p:pic>
      <p:grpSp>
        <p:nvGrpSpPr>
          <p:cNvPr id="19" name="Graphic 4">
            <a:extLst>
              <a:ext uri="{FF2B5EF4-FFF2-40B4-BE49-F238E27FC236}">
                <a16:creationId xmlns:a16="http://schemas.microsoft.com/office/drawing/2014/main" id="{EB85B23E-A60F-CCAD-C5BA-5748A36F3BC6}"/>
              </a:ext>
            </a:extLst>
          </p:cNvPr>
          <p:cNvGrpSpPr/>
          <p:nvPr/>
        </p:nvGrpSpPr>
        <p:grpSpPr>
          <a:xfrm>
            <a:off x="5480847" y="2105025"/>
            <a:ext cx="1476055" cy="365998"/>
            <a:chOff x="6352844" y="2838450"/>
            <a:chExt cx="551738" cy="190500"/>
          </a:xfrm>
          <a:solidFill>
            <a:srgbClr val="FFFFFF"/>
          </a:solidFill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6E5E59E-E6C7-98E8-F5DD-5F3FE4D4E16F}"/>
                </a:ext>
              </a:extLst>
            </p:cNvPr>
            <p:cNvSpPr/>
            <p:nvPr/>
          </p:nvSpPr>
          <p:spPr>
            <a:xfrm>
              <a:off x="6352844" y="2905125"/>
              <a:ext cx="380509" cy="57150"/>
            </a:xfrm>
            <a:prstGeom prst="roundRect">
              <a:avLst>
                <a:gd name="adj" fmla="val 16645"/>
              </a:avLst>
            </a:prstGeom>
            <a:solidFill>
              <a:srgbClr val="FFFFFF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AD1F1D-5D61-DCAF-68D2-6508CF135490}"/>
                </a:ext>
              </a:extLst>
            </p:cNvPr>
            <p:cNvSpPr/>
            <p:nvPr/>
          </p:nvSpPr>
          <p:spPr>
            <a:xfrm>
              <a:off x="6714328" y="2838450"/>
              <a:ext cx="190254" cy="190500"/>
            </a:xfrm>
            <a:custGeom>
              <a:avLst/>
              <a:gdLst>
                <a:gd name="csX0" fmla="*/ 0 w 190254"/>
                <a:gd name="csY0" fmla="*/ 0 h 190500"/>
                <a:gd name="csX1" fmla="*/ 190255 w 190254"/>
                <a:gd name="csY1" fmla="*/ 95250 h 190500"/>
                <a:gd name="csX2" fmla="*/ 0 w 190254"/>
                <a:gd name="csY2" fmla="*/ 19050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0254" h="190500">
                  <a:moveTo>
                    <a:pt x="0" y="0"/>
                  </a:moveTo>
                  <a:lnTo>
                    <a:pt x="190255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FFFFF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57E8E104-F86A-6BDE-2AD0-0650BB3ED902}"/>
              </a:ext>
            </a:extLst>
          </p:cNvPr>
          <p:cNvGrpSpPr/>
          <p:nvPr/>
        </p:nvGrpSpPr>
        <p:grpSpPr>
          <a:xfrm>
            <a:off x="7095934" y="1252538"/>
            <a:ext cx="703942" cy="1581150"/>
            <a:chOff x="6942633" y="1971675"/>
            <a:chExt cx="703942" cy="1581150"/>
          </a:xfrm>
          <a:solidFill>
            <a:srgbClr val="2E6FD6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A3F4E9-1DF3-8514-A85D-D9DAAFB251BF}"/>
                </a:ext>
              </a:extLst>
            </p:cNvPr>
            <p:cNvSpPr/>
            <p:nvPr/>
          </p:nvSpPr>
          <p:spPr>
            <a:xfrm>
              <a:off x="6942633" y="3009900"/>
              <a:ext cx="180742" cy="542925"/>
            </a:xfrm>
            <a:prstGeom prst="rect">
              <a:avLst/>
            </a:prstGeom>
            <a:solidFill>
              <a:srgbClr val="2E6FD6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91A0D6-292D-614E-127C-1FA41C4810F2}"/>
                </a:ext>
              </a:extLst>
            </p:cNvPr>
            <p:cNvSpPr/>
            <p:nvPr/>
          </p:nvSpPr>
          <p:spPr>
            <a:xfrm>
              <a:off x="7199477" y="2524125"/>
              <a:ext cx="180742" cy="1028700"/>
            </a:xfrm>
            <a:prstGeom prst="rect">
              <a:avLst/>
            </a:prstGeom>
            <a:solidFill>
              <a:srgbClr val="2E6FD6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C9CE65-7914-2FF4-1994-242DD9A0674F}"/>
                </a:ext>
              </a:extLst>
            </p:cNvPr>
            <p:cNvSpPr/>
            <p:nvPr/>
          </p:nvSpPr>
          <p:spPr>
            <a:xfrm>
              <a:off x="7465834" y="1971675"/>
              <a:ext cx="180742" cy="1581150"/>
            </a:xfrm>
            <a:prstGeom prst="rect">
              <a:avLst/>
            </a:prstGeom>
            <a:solidFill>
              <a:srgbClr val="2E6FD6"/>
            </a:solidFill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E0BF510-2224-9C52-6F02-021C46BF1E84}"/>
              </a:ext>
            </a:extLst>
          </p:cNvPr>
          <p:cNvSpPr txBox="1"/>
          <p:nvPr/>
        </p:nvSpPr>
        <p:spPr>
          <a:xfrm>
            <a:off x="4989310" y="2894171"/>
            <a:ext cx="2202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spc="0" baseline="0" dirty="0">
                <a:ln/>
                <a:solidFill>
                  <a:srgbClr val="FFFFFF"/>
                </a:solidFill>
                <a:latin typeface="Arial Rounded MT Bold"/>
                <a:sym typeface="Arial Rounded MT Bold"/>
                <a:rtl val="0"/>
              </a:rPr>
              <a:t>exotic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27AA51-BE79-8169-958E-3B75B722CAD5}"/>
              </a:ext>
            </a:extLst>
          </p:cNvPr>
          <p:cNvSpPr txBox="1"/>
          <p:nvPr/>
        </p:nvSpPr>
        <p:spPr>
          <a:xfrm>
            <a:off x="4246543" y="3592732"/>
            <a:ext cx="36878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spc="0" baseline="0" dirty="0">
                <a:ln/>
                <a:solidFill>
                  <a:srgbClr val="FFFFFF"/>
                </a:solidFill>
                <a:latin typeface="Arial Rounded MT Bold"/>
                <a:sym typeface="Arial Rounded MT Bold"/>
                <a:rtl val="0"/>
              </a:rPr>
              <a:t>(manuscript)</a:t>
            </a:r>
          </a:p>
        </p:txBody>
      </p:sp>
    </p:spTree>
    <p:extLst>
      <p:ext uri="{BB962C8B-B14F-4D97-AF65-F5344CB8AC3E}">
        <p14:creationId xmlns:p14="http://schemas.microsoft.com/office/powerpoint/2010/main" val="163130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db864bc-821c-4dd3-a9c9-5002b5129ec6}" enabled="1" method="Standard" siteId="{0b95a125-791c-4f0a-9f9e-99e36311750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Spakowicz, Daniel</dc:creator>
  <cp:lastModifiedBy>Spakowicz, Daniel</cp:lastModifiedBy>
  <cp:revision>1</cp:revision>
  <dcterms:created xsi:type="dcterms:W3CDTF">2026-10-06T03:23:40Z</dcterms:created>
  <dcterms:modified xsi:type="dcterms:W3CDTF">2026-10-06T03:27:28Z</dcterms:modified>
</cp:coreProperties>
</file>